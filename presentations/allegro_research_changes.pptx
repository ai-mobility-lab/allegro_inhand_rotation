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framing: Isaac Gym is the original GPU-oriented simulation platform used by this repository. Isaac Lab is a robot-learning framework built on Isaac Sim. The current repository uses the DirectRLEnv workflow; it does not use a manager-based task design. The original also has a reusable VecTask base class. The distinction on this slide concerns the ownership of the simulation loop and scene abstractions in the compared implementations, not a claim that Isaac Gym had no framework or sensors.</a:t>
            </a:r>
          </a:p>
          <a:p>
            <a:r>
              <a:t>Both systems support GPU physics and parallel environments. This migration is not a CPU-to-GPU conversion. Isaac Gym also has camera capabilities; integrated tactile collection is a new repository feature, not proof that the original platform could never support sensing.</a:t>
            </a:r>
          </a:p>
          <a:p>
            <a:r>
              <a:t>Local evidence: original hora/tasks/base/vec_task.py:step explicitly calls pre_physics_step, fetch_results, simulate and post_physics_step. Current hora/tasks/isaaclab/allegro_hand_hora_env.py subclasses DirectRLEnv and configures Articulation, RigidObject and InteractiveScene. train.py launches Isaac Sim through AppLauncher before importing simulation-dependent modules.</a:t>
            </a:r>
          </a:p>
          <a:p>
            <a:r>
              <a:t>Official migration reference (accessed 2026-09-21): https://isaac-sim.github.io/IsaacLab/main/source/migration/migrating_from_isaacgymenvs.html</a:t>
            </a:r>
          </a:p>
          <a:p>
            <a:r>
              <a:t>The implementation-specific conclusions are grounded in local code. Documentation may describe newer framework releases; this deck describes the checked-out port.</a:t>
            </a:r>
          </a:p>
          <a:p>
            <a:r>
              <a:t>Comparison scope: local original /home/changsik/projects/inhand_manipulation/isaacgym_repo/allegro_inhand_rotation (HEAD 52d076c plus local edits to train_s1.sh and vis_s1.sh) versus /home/changsik/projects/inhand_manipulation/allegro_inhand_rotation (HEAD 79656ee plus all working-tree changes, including untracked export code), inspected 2026-09-21. This is an implementation comparison, not an experimental benchmark.</a:t>
            </a:r>
          </a:p>
          <a:p>
            <a:r>
              <a:t>Source [1]: hora/tasks/isaaclab/allegro_hand_hora_env.py:284,703,726,761; hora/tasks/isaaclab/wrapper.py; configs/task/AllegroHandHora.yaml:9,20,39,98. Original: hora/tasks/base/vec_task.py and hora/tasks/allegro_hand_hora.py.</a:t>
            </a:r>
          </a:p>
          <a:p>
            <a:r>
              <a:t>Byte comparison found hora/algo/ppo/*.py, hora/algo/padapt/*.py and hora/algo/models/*.py unchanged relative to the supplied original. Same source does not establish numerical or checkpoint equivalence across simulators.</a:t>
            </a:r>
          </a:p>
          <a:p>
            <a:r>
              <a:t>The wrapper preserves time_outs separately from combined done flags. Observations contain normalized joint positions and joint targets, not measured joint velocities. The 30-step history is 30 x 32.</a:t>
            </a:r>
          </a:p>
          <a:p>
            <a:r>
              <a:t>Control equation describes inherited incremental target / torque semantics ported to Isaac Lab; it is not proposed as a new controller. The new _apply_action stores previous joint positions to avoid a zero finite difference from lazy state reads.</a:t>
            </a:r>
          </a:p>
          <a:p>
            <a:r>
              <a:t>Source [2]: hora/algo/deploy/deploy_ros2.py:63 and deploy_ros2_two_hands.py. The explicit self-inverse permutation is [0,4,8,12,1,5,9,13,2,6,10,14,3,7,11,15]. This aligns new simulation order with existing HORA/ROS mappings. No hardware validation was performed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timing in plain language: The learned controller chooses a command 20 times per second. The physics model updates 120 times per second, applying that command across six updates. These are the current configured rates, not a speed benchmark. The original controlFrequencyInv maps to DirectRLEnv decimation. Isaac Gym substeps and controlFrequencyInv are different concepts; do not equate simulator substeps with action decimation.</a:t>
            </a:r>
          </a:p>
          <a:p>
            <a:r>
              <a:t>State access: Original code uses acquired/refreshed state tensors. Current code reads Articulation.data and RigidObject.data. These remain tensor-backed, GPU-compatible mechanisms. The difference is the access and update contract, not arrays disappearing.</a:t>
            </a:r>
          </a:p>
          <a:p>
            <a:r>
              <a:t>Physics settings: sim_cfg.py translates scene-wide values into SimulationCfg and per-asset collision/rigid-body/articulation properties. It drops original knobs without a corresponding mapping. Its custom center-of-mass randomizer also handles the different tensor shape of a single rigid object. Hydra configuration is retained, with nested containers sanitized before passing into Isaac Lab configclasses.</a:t>
            </a:r>
          </a:p>
          <a:p>
            <a:r>
              <a:t>Interface: HoraDirectEnvWrapper combines terminated and truncated for legacy done, while retaining time_outs separately for the learner. It returns obs, priv_info and proprio_hist. Observation size is 96, with 30 x 32 history and 16 actions. The learning, adaptation and model source files match the original.</a:t>
            </a:r>
          </a:p>
          <a:p>
            <a:r>
              <a:t>Launch lifecycle: Isaac Sim AppLauncher must start before imports that touch Isaac Lab. The original train.py did not require that application lifecycle. This is another migration change beyond function renaming.</a:t>
            </a:r>
          </a:p>
          <a:p>
            <a:r>
              <a:t>Equivalence limit: matching interface shapes does not establish identical physics or ready-to-use original checkpoints. The code explicitly notes that friction randomization changes from a shared hand/object sample to independently sampled asset values. These details can change the learning distribution.</a:t>
            </a:r>
          </a:p>
          <a:p>
            <a:r>
              <a:t>Official migration reference: https://isaac-sim.github.io/IsaacLab/main/source/migration/migrating_from_isaacgymenvs.html</a:t>
            </a:r>
          </a:p>
          <a:p>
            <a:r>
              <a:t>Comparison scope: local original /home/changsik/projects/inhand_manipulation/isaacgym_repo/allegro_inhand_rotation (HEAD 52d076c plus local edits to train_s1.sh and vis_s1.sh) versus /home/changsik/projects/inhand_manipulation/allegro_inhand_rotation (HEAD 79656ee plus all working-tree changes, including untracked export code), inspected 2026-09-21. This is an implementation comparison, not an experimental benchmark.</a:t>
            </a:r>
          </a:p>
          <a:p>
            <a:r>
              <a:t>Source [1]: hora/tasks/isaaclab/allegro_hand_hora_env.py:284,703,726,761; hora/tasks/isaaclab/wrapper.py; configs/task/AllegroHandHora.yaml:9,20,39,98. Original: hora/tasks/base/vec_task.py and hora/tasks/allegro_hand_hora.py.</a:t>
            </a:r>
          </a:p>
          <a:p>
            <a:r>
              <a:t>Byte comparison found hora/algo/ppo/*.py, hora/algo/padapt/*.py and hora/algo/models/*.py unchanged relative to the supplied original. Same source does not establish numerical or checkpoint equivalence across simulators.</a:t>
            </a:r>
          </a:p>
          <a:p>
            <a:r>
              <a:t>The wrapper preserves time_outs separately from combined done flags. Observations contain normalized joint positions and joint targets, not measured joint velocities. The 30-step history is 30 x 32.</a:t>
            </a:r>
          </a:p>
          <a:p>
            <a:r>
              <a:t>Control equation describes inherited incremental target / torque semantics ported to Isaac Lab; it is not proposed as a new controller. The new _apply_action stores previous joint positions to avoid a zero finite difference from lazy state reads.</a:t>
            </a:r>
          </a:p>
          <a:p>
            <a:r>
              <a:t>Source [2]: hora/algo/deploy/deploy_ros2.py:63 and deploy_ros2_two_hands.py. The explicit self-inverse permutation is [0,4,8,12,1,5,9,13,2,6,10,14,3,7,11,15]. This aligns new simulation order with existing HORA/ROS mappings. No hardware validation was performed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describes code-documented problems in this development environment, not universal defects in Isaac Lab. No claimed development durations, measured speedups or accuracy gains are inferred.</a:t>
            </a:r>
          </a:p>
          <a:p>
            <a:r>
              <a:t>1. Joint ordering: deploy_ros2.py and deploy_ros2_two_hands.py document that the Isaac Lab URDF-to-USD importer changes this asset from finger-major to joint-rank-major order. A self-inverse 4x4 transpose permutation aligns observations, target histories and actions. Existing grasp caches and checkpoints should not be assumed interchangeable across layouts.</a:t>
            </a:r>
          </a:p>
          <a:p>
            <a:r>
              <a:t>2. State timing: allegro_hand_hora_env.py:_apply_action documents that repeated lazy joint-position reads return the same state. _previous_dof_pos stores the prior physics-step positions for finite-difference velocity used by the damping term. The inherited incremental-target and PD control design is retained.</a:t>
            </a:r>
          </a:p>
          <a:p>
            <a:r>
              <a:t>3. Contact: allegro_hand_grasp_env.py:_setup_scene documents all-zero filtered force matrices for a single sensor spanning four fingertips when running multiple environments. One sensor per fingertip, filtered against the object, addresses the indexing limitation. The original get_env_rigid_contacts implementation was CPU-only for grasp generation; this does not imply original policy training was CPU-only.</a:t>
            </a:r>
          </a:p>
          <a:p>
            <a:r>
              <a:t>4. Geometry: allegro_hand_hora_env.py:_build_object_cfg documents an empty/invisible USD payload/reference composition path for imported rigid objects. Native primitive spawning avoids this for simple shapes; MeshConverter provides a separate USD path for detailed meshes. USD is the scene-description format used in Isaac Sim. The code also repairs transparent imported materials.</a:t>
            </a:r>
          </a:p>
          <a:p>
            <a:r>
              <a:t>Additional timing issue for the new dataset collection: DirectRLEnv has already reset by the time done is returned. Collectors exclude that returned frame to avoid recording a new grasp in the previous episode, and render every physics step for synchronized sensor data.</a:t>
            </a:r>
          </a:p>
          <a:p>
            <a:r>
              <a:t>Tradeoffs: the port disables replicate_physics because geometry and scale vary across environments; the code notes a performance cost. No magnitude has been measured for this presentation. No claim is made that Isaac Lab is always faster, more physically accurate or numerically identical to Isaac Gym.</a:t>
            </a:r>
          </a:p>
          <a:p>
            <a:r>
              <a:t>Comparison scope: local original /home/changsik/projects/inhand_manipulation/isaacgym_repo/allegro_inhand_rotation (HEAD 52d076c plus local edits to train_s1.sh and vis_s1.sh) versus /home/changsik/projects/inhand_manipulation/allegro_inhand_rotation (HEAD 79656ee plus all working-tree changes, including untracked export code), inspected 2026-09-21. This is an implementation comparison, not an experimental benchmark.</a:t>
            </a:r>
          </a:p>
          <a:p>
            <a:r>
              <a:t>Source [1]: hora/tasks/isaaclab/allegro_hand_hora_env.py:284,703,726,761; hora/tasks/isaaclab/wrapper.py; configs/task/AllegroHandHora.yaml:9,20,39,98. Original: hora/tasks/base/vec_task.py and hora/tasks/allegro_hand_hora.py.</a:t>
            </a:r>
          </a:p>
          <a:p>
            <a:r>
              <a:t>Byte comparison found hora/algo/ppo/*.py, hora/algo/padapt/*.py and hora/algo/models/*.py unchanged relative to the supplied original. Same source does not establish numerical or checkpoint equivalence across simulators.</a:t>
            </a:r>
          </a:p>
          <a:p>
            <a:r>
              <a:t>The wrapper preserves time_outs separately from combined done flags. Observations contain normalized joint positions and joint targets, not measured joint velocities. The 30-step history is 30 x 32.</a:t>
            </a:r>
          </a:p>
          <a:p>
            <a:r>
              <a:t>Control equation describes inherited incremental target / torque semantics ported to Isaac Lab; it is not proposed as a new controller. The new _apply_action stores previous joint positions to avoid a zero finite difference from lazy state reads.</a:t>
            </a:r>
          </a:p>
          <a:p>
            <a:r>
              <a:t>Source [2]: hora/algo/deploy/deploy_ros2.py:63 and deploy_ros2_two_hands.py. The explicit self-inverse permutation is [0,4,8,12,1,5,9,13,2,6,10,14,3,7,11,15]. This aligns new simulation order with existing HORA/ROS mappings. No hardware validation was performed for this presentation.</a:t>
            </a:r>
          </a:p>
          <a:p>
            <a:r>
              <a:t>Source [3]: configs/task/LeftAllegroHandDigitHora.yaml and LeftAllegroHandDigitGrasp.yaml; assets/allegro/allegro_digit_left_elastomer.urdf. The original already supports standard left/right hands and ROS deployment; these are inherited features, not new contributions.</a:t>
            </a:r>
          </a:p>
          <a:p>
            <a:r>
              <a:t>hora/tasks/isaaclab/allegro_hand_grasp_env.py:90-141 replaces the original CPU contact query with one object-filtered ContactSensor per fingertip. The code comments explain that combining multiple fingertip bodies into one filtered sensor produced zero forces in vectorized environments. After a 10-step warm-up, grasp validity requires all tips within 0.1 m of the object, at least two force magnitudes &gt;0.1 N, and object height above threshold. Successful full episodes populate the grasp cache. GPU-compatible detection is a code capability; no throughput benchmark is claimed.</a:t>
            </a:r>
          </a:p>
          <a:p>
            <a:r>
              <a:t>Source [4]: hora/tasks/isaaclab/allegro_hand_hora_env.py:102-184,314-323,563-685 for compliant materials and mesh spawning; scripts/dataset_collection/sensors.py:70-124,309-432 for calibrated DIGIT cameras and baseline capture. Primitive shapes use native Isaac Lab spawn configurations. Meshes use MeshConverter and cached USD with per-environment object/scale selection.</a:t>
            </a:r>
          </a:p>
          <a:p>
            <a:r>
              <a:t>The elastomer is a rigid link with a compliant contact material, not a finite-element gel simulation. VisuoTactileSensor enables camera tactile output and disables force-field output. Calibration assets are required for Taxim rendering.</a:t>
            </a:r>
          </a:p>
          <a:p>
            <a:r>
              <a:t>scripts/dataset_collection/neuralfeels_export.py:64 implements contact = finite(depth) AND depth&gt;0 AND nominal-depth&gt;mask_eps. Collector default mask_eps is 3e-4 m. No contact pixels are fabricated. Tactile sensing is added to dataset collection; the unchanged HORA policy remains proprioceptive rather than tactile-conditioned.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ALLEGRO IN-HAND ROTATION   /   ISAAC GYM → ISAAC LAB / MIGRATION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32B43"/>
                </a:solidFill>
                <a:latin typeface="Liberation Sans"/>
              </a:defRPr>
            </a:pPr>
            <a:r>
              <a:t>Isaac Gym vs. Isaac Lab: what actually changes?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Both support GPU-parallel robot simulation. The main difference here is how the experiment is built and controlled.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36578"/>
                </a:solidFill>
                <a:latin typeface="Liberation Sans"/>
              </a:defRPr>
            </a:pPr>
            <a:r>
              <a:t>Scope: the original Isaac Gym implementation versus this repository’s Isaac Lab DirectRLEnv port. Sources in speaker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65376"/>
            <a:ext cx="5394960" cy="141732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20824"/>
            <a:ext cx="50657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6DDD5"/>
                </a:solidFill>
                <a:latin typeface="Liberation Sans"/>
              </a:defRPr>
            </a:pPr>
            <a:r>
              <a:t>ORIGINAL: ISAAC GYM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23160"/>
            <a:ext cx="506577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HORA task + custom simulation loop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↓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Isaac Gym API → physics + robot-state arrays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65376"/>
            <a:ext cx="5394960" cy="141732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20824"/>
            <a:ext cx="50657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6DDD5"/>
                </a:solidFill>
                <a:latin typeface="Liberation Sans"/>
              </a:defRPr>
            </a:pPr>
            <a:r>
              <a:t>CURRENT: ISAAC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23160"/>
            <a:ext cx="506577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HORA task inside a reusable environment framework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↓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Isaac Sim → scene assets + physics + sensors</a:t>
            </a:r>
          </a:p>
        </p:txBody>
      </p:sp>
      <p:sp>
        <p:nvSpPr>
          <p:cNvPr id="15" name="Chevron 14"/>
          <p:cNvSpPr/>
          <p:nvPr/>
        </p:nvSpPr>
        <p:spPr>
          <a:xfrm>
            <a:off x="5961888" y="2487168"/>
            <a:ext cx="228600" cy="201168"/>
          </a:xfrm>
          <a:prstGeom prst="chevron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228600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7F82"/>
                </a:solidFill>
                <a:latin typeface="Liberation Sans"/>
              </a:defRPr>
            </a:pPr>
            <a:r>
              <a:t>Who runs each step?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3520440"/>
            <a:ext cx="388620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Repository code advances physics and refreshes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4" y="3520440"/>
            <a:ext cx="4645152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The framework runs the loop; task functions supply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15384"/>
            <a:ext cx="228600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7F82"/>
                </a:solidFill>
                <a:latin typeface="Liberation Sans"/>
              </a:defRPr>
            </a:pPr>
            <a:r>
              <a:t>How is the world described?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4215384"/>
            <a:ext cx="388620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Create simulation actors and operate on state arrays.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4215384"/>
            <a:ext cx="4645152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Configure robot, object and sensor components in a scene.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10328"/>
            <a:ext cx="228600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7F82"/>
                </a:solidFill>
                <a:latin typeface="Liberation Sans"/>
              </a:defRPr>
            </a:pPr>
            <a:r>
              <a:t>What does it enable here?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4910328"/>
            <a:ext cx="388620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A working platform for learning in-hand rotation.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4910328"/>
            <a:ext cx="4645152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The same learning design, plus integrated sensing and data capture.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97296"/>
            <a:ext cx="11247120" cy="429768"/>
          </a:xfrm>
          <a:prstGeom prst="rect">
            <a:avLst/>
          </a:prstGeom>
          <a:solidFill>
            <a:srgbClr val="E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79592"/>
            <a:ext cx="10972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7F82"/>
                </a:solidFill>
                <a:latin typeface="Liberation Sans"/>
              </a:defRPr>
            </a:pPr>
            <a:r>
              <a:t>The learning method is retained; the surrounding simulation architecture is rebuilt.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ALLEGRO IN-HAND ROTATION   /   ISAAC GYM → ISAAC LAB / MIGRATION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32B43"/>
                </a:solidFill>
                <a:latin typeface="Liberation Sans"/>
              </a:defRPr>
            </a:pPr>
            <a:r>
              <a:t>The migration changes data flow, timing and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The same robot-learning experiment must be expressed through a different software interface.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36578"/>
                </a:solidFill>
                <a:latin typeface="Liberation Sans"/>
              </a:defRPr>
            </a:pPr>
            <a:r>
              <a:t>Local sources: train.py; hora/tasks/isaaclab/{allegro_hand_hora_env,sim_cfg,wrapper}.py; original tasks/base/vec_task.py.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975104" cy="41148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975104"/>
            <a:ext cx="1719072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74519"/>
            <a:ext cx="4224528" cy="41148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1975104"/>
            <a:ext cx="396849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ISAAC GYM: 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2864" y="1874519"/>
            <a:ext cx="4791456" cy="41148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1975104"/>
            <a:ext cx="4535424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ISAAC LAB: CURRENT 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50592"/>
            <a:ext cx="11247120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9464"/>
            <a:ext cx="173736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Control 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3941063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Custom loop repeats physics updates for each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542032"/>
            <a:ext cx="45079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Framework repeats the action hook: 6 physics steps per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9544"/>
            <a:ext cx="11247120" cy="6858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328416"/>
            <a:ext cx="173736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Robot measurements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300984"/>
            <a:ext cx="3941063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Explicitly refresh shared state arrays before reading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3300984"/>
            <a:ext cx="45079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Read robot/object data through components; some values update on demand.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68496"/>
            <a:ext cx="11247120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087368"/>
            <a:ext cx="173736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Physics 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059935"/>
            <a:ext cx="3941063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Settings collected in the original simulation configuration.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4059935"/>
            <a:ext cx="45079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Translate settings across the scene, individual robots and objects.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27448"/>
            <a:ext cx="11247120" cy="6858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46320"/>
            <a:ext cx="173736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7F82"/>
                </a:solidFill>
                <a:latin typeface="Liberation Sans"/>
              </a:defRPr>
            </a:pPr>
            <a:r>
              <a:t>Learning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818888"/>
            <a:ext cx="3941063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Learner expects observations, reward, done and extra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4818888"/>
            <a:ext cx="45079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32B43"/>
                </a:solidFill>
                <a:latin typeface="Liberation Sans"/>
              </a:defRPr>
            </a:pPr>
            <a:r>
              <a:t>A compatibility adapter restores that format and preserves timeout information.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97296"/>
            <a:ext cx="11247120" cy="429768"/>
          </a:xfrm>
          <a:prstGeom prst="rect">
            <a:avLst/>
          </a:prstGeom>
          <a:solidFill>
            <a:srgbClr val="E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79592"/>
            <a:ext cx="10972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7F82"/>
                </a:solidFill>
                <a:latin typeface="Liberation Sans"/>
              </a:defRPr>
            </a:pPr>
            <a:r>
              <a:t>Preserved interface: 16 finger commands, the same observation format, and unchanged learning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ALLEGRO IN-HAND ROTATION   /   ISAAC GYM → ISAAC LAB / MIGRATION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32B43"/>
                </a:solidFill>
                <a:latin typeface="Liberation Sans"/>
              </a:defRPr>
            </a:pPr>
            <a:r>
              <a:t>Why the port was difficult: hidden assumptions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36578"/>
                </a:solidFill>
                <a:latin typeface="Liberation Sans"/>
              </a:defRPr>
            </a:pPr>
            <a:r>
              <a:t>Documented migration issues show why identical-looking code can produce different motion, contacts or images.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36578"/>
                </a:solidFill>
                <a:latin typeface="Liberation Sans"/>
              </a:defRPr>
            </a:pPr>
            <a:r>
              <a:t>Evidence: comments and fixes in allegro_hand_hora_env.py, allegro_hand_grasp_env.py, deploy_ros2*.py and dataset collectors.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2514600" cy="41148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975104"/>
            <a:ext cx="225856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CHANGED ASSUMPTION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9816" y="1874519"/>
            <a:ext cx="4041648" cy="41148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975104"/>
            <a:ext cx="3785615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DEVELOPMENT DIFFICULTY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874519"/>
            <a:ext cx="4434840" cy="411480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1975104"/>
            <a:ext cx="4178807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6DDD5"/>
                </a:solidFill>
                <a:latin typeface="Liberation Sans"/>
              </a:defRPr>
            </a:pPr>
            <a:r>
              <a:t>IMPLEMENTED 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50592"/>
            <a:ext cx="11247120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87752"/>
            <a:ext cx="22219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B86A13"/>
                </a:solidFill>
                <a:latin typeface="Liberation Sans"/>
              </a:defRPr>
            </a:pPr>
            <a:r>
              <a:t>Joint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542032"/>
            <a:ext cx="3749039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36578"/>
                </a:solidFill>
                <a:latin typeface="Liberation Sans"/>
              </a:defRPr>
            </a:pPr>
            <a:r>
              <a:t>The imported hand lists joints in a different order; commands need remapping.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42032"/>
            <a:ext cx="4142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Reorder measurements and actions so each value belongs to the correct joint.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9544"/>
            <a:ext cx="11247120" cy="6858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346704"/>
            <a:ext cx="22219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B86A13"/>
                </a:solidFill>
                <a:latin typeface="Liberation Sans"/>
              </a:defRPr>
            </a:pPr>
            <a:r>
              <a:t>State-update timing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300984"/>
            <a:ext cx="3749039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36578"/>
                </a:solidFill>
                <a:latin typeface="Liberation Sans"/>
              </a:defRPr>
            </a:pPr>
            <a:r>
              <a:t>Two joint-position reads can return the same state, giving a zero velocity estimate.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00984"/>
            <a:ext cx="4142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Save the previous physics-step position explicitly before estimating velocity.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68496"/>
            <a:ext cx="11247120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05656"/>
            <a:ext cx="22219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B86A13"/>
                </a:solidFill>
                <a:latin typeface="Liberation Sans"/>
              </a:defRPr>
            </a:pPr>
            <a:r>
              <a:t>Contact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4059935"/>
            <a:ext cx="3749039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36578"/>
                </a:solidFill>
                <a:latin typeface="Liberation Sans"/>
              </a:defRPr>
            </a:pPr>
            <a:r>
              <a:t>A combined fingertip sensor returned zero filtered forces in parallel environments.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59935"/>
            <a:ext cx="4142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Use one object-filtered contact sensor per fingertip; this also supports GPU grasp checks.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27448"/>
            <a:ext cx="11247120" cy="6858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64608"/>
            <a:ext cx="22219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B86A13"/>
                </a:solidFill>
                <a:latin typeface="Liberation Sans"/>
              </a:defRPr>
            </a:pPr>
            <a:r>
              <a:t>Asset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818888"/>
            <a:ext cx="3749039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36578"/>
                </a:solidFill>
                <a:latin typeface="Liberation Sans"/>
              </a:defRPr>
            </a:pPr>
            <a:r>
              <a:t>The robot-description import path could produce invisible object geometry.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818888"/>
            <a:ext cx="4142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32B43"/>
                </a:solidFill>
                <a:latin typeface="Liberation Sans"/>
              </a:defRPr>
            </a:pPr>
            <a:r>
              <a:t>Create simple shapes directly; use a separate mesh-to-scene conversion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97296"/>
            <a:ext cx="11247120" cy="429768"/>
          </a:xfrm>
          <a:prstGeom prst="rect">
            <a:avLst/>
          </a:prstGeom>
          <a:solidFill>
            <a:srgbClr val="E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79592"/>
            <a:ext cx="10972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7F82"/>
                </a:solidFill>
                <a:latin typeface="Liberation Sans"/>
              </a:defRPr>
            </a:pPr>
            <a:r>
              <a:t>Migration preserves the task’s intent; numerical equivalence and performance still need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Isaac Gym to Isaac Lab: Differences, Migration and Development Challenges</dc:title>
  <dc:subject>Repository-grounded comparison for a multidisciplinary research audience</dc:subject>
  <dc:creator>Research Engineering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